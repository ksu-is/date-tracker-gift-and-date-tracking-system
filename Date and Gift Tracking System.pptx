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8BC20-85EF-4ED4-A4A0-AB1ACCE7473C}" v="1" dt="2026-05-01T03:37:36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Smith" userId="422f792a476c0fb7" providerId="LiveId" clId="{2F7D41C1-8B4A-41E8-A40B-63296F129C5B}"/>
    <pc:docChg chg="undo custSel modSld">
      <pc:chgData name="Kayla Smith" userId="422f792a476c0fb7" providerId="LiveId" clId="{2F7D41C1-8B4A-41E8-A40B-63296F129C5B}" dt="2026-05-01T04:02:37.313" v="464" actId="1035"/>
      <pc:docMkLst>
        <pc:docMk/>
      </pc:docMkLst>
      <pc:sldChg chg="addSp modSp mod">
        <pc:chgData name="Kayla Smith" userId="422f792a476c0fb7" providerId="LiveId" clId="{2F7D41C1-8B4A-41E8-A40B-63296F129C5B}" dt="2026-05-01T04:02:37.313" v="464" actId="1035"/>
        <pc:sldMkLst>
          <pc:docMk/>
          <pc:sldMk cId="3330544994" sldId="257"/>
        </pc:sldMkLst>
        <pc:spChg chg="mod">
          <ac:chgData name="Kayla Smith" userId="422f792a476c0fb7" providerId="LiveId" clId="{2F7D41C1-8B4A-41E8-A40B-63296F129C5B}" dt="2026-05-01T03:52:38.624" v="73" actId="20577"/>
          <ac:spMkLst>
            <pc:docMk/>
            <pc:sldMk cId="3330544994" sldId="257"/>
            <ac:spMk id="12" creationId="{F6AB6B15-3F40-AF5F-1AC2-582BB80A5B65}"/>
          </ac:spMkLst>
        </pc:spChg>
        <pc:spChg chg="mod">
          <ac:chgData name="Kayla Smith" userId="422f792a476c0fb7" providerId="LiveId" clId="{2F7D41C1-8B4A-41E8-A40B-63296F129C5B}" dt="2026-05-01T03:59:53.446" v="459" actId="20577"/>
          <ac:spMkLst>
            <pc:docMk/>
            <pc:sldMk cId="3330544994" sldId="257"/>
            <ac:spMk id="21" creationId="{E93DE45F-AEDB-F10C-C740-B00ED1D46D5C}"/>
          </ac:spMkLst>
        </pc:spChg>
        <pc:spChg chg="add mod">
          <ac:chgData name="Kayla Smith" userId="422f792a476c0fb7" providerId="LiveId" clId="{2F7D41C1-8B4A-41E8-A40B-63296F129C5B}" dt="2026-05-01T04:02:22.564" v="463" actId="1038"/>
          <ac:spMkLst>
            <pc:docMk/>
            <pc:sldMk cId="3330544994" sldId="257"/>
            <ac:spMk id="24" creationId="{0781ED5E-014A-DDBB-9C1F-2997EF4F8D13}"/>
          </ac:spMkLst>
        </pc:spChg>
        <pc:spChg chg="add mod">
          <ac:chgData name="Kayla Smith" userId="422f792a476c0fb7" providerId="LiveId" clId="{2F7D41C1-8B4A-41E8-A40B-63296F129C5B}" dt="2026-05-01T04:02:37.313" v="464" actId="1035"/>
          <ac:spMkLst>
            <pc:docMk/>
            <pc:sldMk cId="3330544994" sldId="257"/>
            <ac:spMk id="26" creationId="{AFDA017B-4F07-95EA-1CC6-5C39AAFD1A77}"/>
          </ac:spMkLst>
        </pc:spChg>
        <pc:spChg chg="add mod">
          <ac:chgData name="Kayla Smith" userId="422f792a476c0fb7" providerId="LiveId" clId="{2F7D41C1-8B4A-41E8-A40B-63296F129C5B}" dt="2026-05-01T03:58:34.121" v="446" actId="1076"/>
          <ac:spMkLst>
            <pc:docMk/>
            <pc:sldMk cId="3330544994" sldId="257"/>
            <ac:spMk id="30" creationId="{6EE8463E-EFE4-1F74-FF18-C5B461305001}"/>
          </ac:spMkLst>
        </pc:spChg>
        <pc:graphicFrameChg chg="mod">
          <ac:chgData name="Kayla Smith" userId="422f792a476c0fb7" providerId="LiveId" clId="{2F7D41C1-8B4A-41E8-A40B-63296F129C5B}" dt="2026-05-01T03:32:07.228" v="17" actId="1037"/>
          <ac:graphicFrameMkLst>
            <pc:docMk/>
            <pc:sldMk cId="3330544994" sldId="257"/>
            <ac:graphicFrameMk id="22" creationId="{8468B6FC-2004-D69B-929D-75FC84020D22}"/>
          </ac:graphicFrameMkLst>
        </pc:graphicFrameChg>
        <pc:picChg chg="mod modCrop">
          <ac:chgData name="Kayla Smith" userId="422f792a476c0fb7" providerId="LiveId" clId="{2F7D41C1-8B4A-41E8-A40B-63296F129C5B}" dt="2026-05-01T03:40:04.371" v="47" actId="1038"/>
          <ac:picMkLst>
            <pc:docMk/>
            <pc:sldMk cId="3330544994" sldId="257"/>
            <ac:picMk id="11" creationId="{C5B9D930-A6CD-D180-9AAD-8AB13468A3E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631C97-01CD-4D30-97F7-BD1BE10E79E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957DC5-FA9E-4B58-820B-11C1214944AF}">
      <dgm:prSet/>
      <dgm:spPr/>
      <dgm:t>
        <a:bodyPr/>
        <a:lstStyle/>
        <a:p>
          <a:r>
            <a:rPr lang="en-US" dirty="0"/>
            <a:t>Centralized Profiles</a:t>
          </a:r>
        </a:p>
      </dgm:t>
    </dgm:pt>
    <dgm:pt modelId="{18635CFD-1223-4AED-A418-071327FAD175}" type="parTrans" cxnId="{E2D815B7-CCCD-45C9-A298-A24F529A89DA}">
      <dgm:prSet/>
      <dgm:spPr/>
      <dgm:t>
        <a:bodyPr/>
        <a:lstStyle/>
        <a:p>
          <a:endParaRPr lang="en-US"/>
        </a:p>
      </dgm:t>
    </dgm:pt>
    <dgm:pt modelId="{E97433AB-F270-4020-AB69-68F4797B9C6B}" type="sibTrans" cxnId="{E2D815B7-CCCD-45C9-A298-A24F529A89DA}">
      <dgm:prSet/>
      <dgm:spPr/>
      <dgm:t>
        <a:bodyPr/>
        <a:lstStyle/>
        <a:p>
          <a:endParaRPr lang="en-US"/>
        </a:p>
      </dgm:t>
    </dgm:pt>
    <dgm:pt modelId="{51A4BF9B-59F2-4461-92AD-F4F35EA465FB}">
      <dgm:prSet/>
      <dgm:spPr/>
      <dgm:t>
        <a:bodyPr/>
        <a:lstStyle/>
        <a:p>
          <a:r>
            <a:rPr lang="en-US"/>
            <a:t>Date Tracking</a:t>
          </a:r>
        </a:p>
      </dgm:t>
    </dgm:pt>
    <dgm:pt modelId="{53FCEFE1-4CFE-4D46-9C71-932D32B6DDD3}" type="parTrans" cxnId="{312081F1-F901-44C2-BAF9-D0BEB5CA8DCE}">
      <dgm:prSet/>
      <dgm:spPr/>
      <dgm:t>
        <a:bodyPr/>
        <a:lstStyle/>
        <a:p>
          <a:endParaRPr lang="en-US"/>
        </a:p>
      </dgm:t>
    </dgm:pt>
    <dgm:pt modelId="{0BABBBEC-AC16-4AB7-B6CF-4651C36AE84F}" type="sibTrans" cxnId="{312081F1-F901-44C2-BAF9-D0BEB5CA8DCE}">
      <dgm:prSet/>
      <dgm:spPr/>
      <dgm:t>
        <a:bodyPr/>
        <a:lstStyle/>
        <a:p>
          <a:endParaRPr lang="en-US"/>
        </a:p>
      </dgm:t>
    </dgm:pt>
    <dgm:pt modelId="{68D888C9-E5A7-414C-A00D-674227E342DA}">
      <dgm:prSet/>
      <dgm:spPr/>
      <dgm:t>
        <a:bodyPr/>
        <a:lstStyle/>
        <a:p>
          <a:r>
            <a:rPr lang="en-US"/>
            <a:t>Advanced Alerts</a:t>
          </a:r>
        </a:p>
      </dgm:t>
    </dgm:pt>
    <dgm:pt modelId="{3F343DB9-B3E8-4005-8AF0-C682E560CA6A}" type="parTrans" cxnId="{2B52021C-DA39-43D3-973E-A49B80A56FC9}">
      <dgm:prSet/>
      <dgm:spPr/>
      <dgm:t>
        <a:bodyPr/>
        <a:lstStyle/>
        <a:p>
          <a:endParaRPr lang="en-US"/>
        </a:p>
      </dgm:t>
    </dgm:pt>
    <dgm:pt modelId="{8660F778-90E9-4097-8E5D-8071461ADC13}" type="sibTrans" cxnId="{2B52021C-DA39-43D3-973E-A49B80A56FC9}">
      <dgm:prSet/>
      <dgm:spPr/>
      <dgm:t>
        <a:bodyPr/>
        <a:lstStyle/>
        <a:p>
          <a:endParaRPr lang="en-US"/>
        </a:p>
      </dgm:t>
    </dgm:pt>
    <dgm:pt modelId="{C39EDEA0-484C-4289-B004-1FD660125D30}">
      <dgm:prSet/>
      <dgm:spPr/>
      <dgm:t>
        <a:bodyPr/>
        <a:lstStyle/>
        <a:p>
          <a:r>
            <a:rPr lang="en-US"/>
            <a:t>Gift Log</a:t>
          </a:r>
        </a:p>
      </dgm:t>
    </dgm:pt>
    <dgm:pt modelId="{1FBD2D30-C7A6-49D5-BE1A-4A2F93CD0F4D}" type="parTrans" cxnId="{8F4F5204-06AD-412A-9874-151CAA78CC99}">
      <dgm:prSet/>
      <dgm:spPr/>
      <dgm:t>
        <a:bodyPr/>
        <a:lstStyle/>
        <a:p>
          <a:endParaRPr lang="en-US"/>
        </a:p>
      </dgm:t>
    </dgm:pt>
    <dgm:pt modelId="{AACF2C14-AEF2-45C7-9B74-B5C490AC0012}" type="sibTrans" cxnId="{8F4F5204-06AD-412A-9874-151CAA78CC99}">
      <dgm:prSet/>
      <dgm:spPr/>
      <dgm:t>
        <a:bodyPr/>
        <a:lstStyle/>
        <a:p>
          <a:endParaRPr lang="en-US"/>
        </a:p>
      </dgm:t>
    </dgm:pt>
    <dgm:pt modelId="{0CE737D6-8C5D-454E-A757-0E6F9C2BB7DC}" type="pres">
      <dgm:prSet presAssocID="{B8631C97-01CD-4D30-97F7-BD1BE10E79E6}" presName="outerComposite" presStyleCnt="0">
        <dgm:presLayoutVars>
          <dgm:chMax val="5"/>
          <dgm:dir/>
          <dgm:resizeHandles val="exact"/>
        </dgm:presLayoutVars>
      </dgm:prSet>
      <dgm:spPr/>
    </dgm:pt>
    <dgm:pt modelId="{4FCCC6BF-9FC5-4BA0-AFC1-8BA8D293336F}" type="pres">
      <dgm:prSet presAssocID="{B8631C97-01CD-4D30-97F7-BD1BE10E79E6}" presName="dummyMaxCanvas" presStyleCnt="0">
        <dgm:presLayoutVars/>
      </dgm:prSet>
      <dgm:spPr/>
    </dgm:pt>
    <dgm:pt modelId="{307D7C74-49AC-447E-B7CE-956CDFCCE6D8}" type="pres">
      <dgm:prSet presAssocID="{B8631C97-01CD-4D30-97F7-BD1BE10E79E6}" presName="FourNodes_1" presStyleLbl="node1" presStyleIdx="0" presStyleCnt="4">
        <dgm:presLayoutVars>
          <dgm:bulletEnabled val="1"/>
        </dgm:presLayoutVars>
      </dgm:prSet>
      <dgm:spPr/>
    </dgm:pt>
    <dgm:pt modelId="{5D7C05D8-E4C1-4607-A6F4-F0E13DA7CCEB}" type="pres">
      <dgm:prSet presAssocID="{B8631C97-01CD-4D30-97F7-BD1BE10E79E6}" presName="FourNodes_2" presStyleLbl="node1" presStyleIdx="1" presStyleCnt="4">
        <dgm:presLayoutVars>
          <dgm:bulletEnabled val="1"/>
        </dgm:presLayoutVars>
      </dgm:prSet>
      <dgm:spPr/>
    </dgm:pt>
    <dgm:pt modelId="{C900679B-D6C3-4342-A4A7-8564856506CF}" type="pres">
      <dgm:prSet presAssocID="{B8631C97-01CD-4D30-97F7-BD1BE10E79E6}" presName="FourNodes_3" presStyleLbl="node1" presStyleIdx="2" presStyleCnt="4">
        <dgm:presLayoutVars>
          <dgm:bulletEnabled val="1"/>
        </dgm:presLayoutVars>
      </dgm:prSet>
      <dgm:spPr/>
    </dgm:pt>
    <dgm:pt modelId="{4ABDA9F3-1D57-4C82-A52D-A4EF525782E6}" type="pres">
      <dgm:prSet presAssocID="{B8631C97-01CD-4D30-97F7-BD1BE10E79E6}" presName="FourNodes_4" presStyleLbl="node1" presStyleIdx="3" presStyleCnt="4">
        <dgm:presLayoutVars>
          <dgm:bulletEnabled val="1"/>
        </dgm:presLayoutVars>
      </dgm:prSet>
      <dgm:spPr/>
    </dgm:pt>
    <dgm:pt modelId="{6BACF8F0-1F79-43E8-AD01-52A9405169EE}" type="pres">
      <dgm:prSet presAssocID="{B8631C97-01CD-4D30-97F7-BD1BE10E79E6}" presName="FourConn_1-2" presStyleLbl="fgAccFollowNode1" presStyleIdx="0" presStyleCnt="3">
        <dgm:presLayoutVars>
          <dgm:bulletEnabled val="1"/>
        </dgm:presLayoutVars>
      </dgm:prSet>
      <dgm:spPr/>
    </dgm:pt>
    <dgm:pt modelId="{78D55273-85AA-43AE-A4E8-903A12B5D0D7}" type="pres">
      <dgm:prSet presAssocID="{B8631C97-01CD-4D30-97F7-BD1BE10E79E6}" presName="FourConn_2-3" presStyleLbl="fgAccFollowNode1" presStyleIdx="1" presStyleCnt="3">
        <dgm:presLayoutVars>
          <dgm:bulletEnabled val="1"/>
        </dgm:presLayoutVars>
      </dgm:prSet>
      <dgm:spPr/>
    </dgm:pt>
    <dgm:pt modelId="{0039C04C-7E92-4CB6-BCF2-7450B3750D6D}" type="pres">
      <dgm:prSet presAssocID="{B8631C97-01CD-4D30-97F7-BD1BE10E79E6}" presName="FourConn_3-4" presStyleLbl="fgAccFollowNode1" presStyleIdx="2" presStyleCnt="3">
        <dgm:presLayoutVars>
          <dgm:bulletEnabled val="1"/>
        </dgm:presLayoutVars>
      </dgm:prSet>
      <dgm:spPr/>
    </dgm:pt>
    <dgm:pt modelId="{CD1E2747-D5FA-4912-9C2F-17BED111335E}" type="pres">
      <dgm:prSet presAssocID="{B8631C97-01CD-4D30-97F7-BD1BE10E79E6}" presName="FourNodes_1_text" presStyleLbl="node1" presStyleIdx="3" presStyleCnt="4">
        <dgm:presLayoutVars>
          <dgm:bulletEnabled val="1"/>
        </dgm:presLayoutVars>
      </dgm:prSet>
      <dgm:spPr/>
    </dgm:pt>
    <dgm:pt modelId="{978B3EB0-04A1-4180-B250-F1A3CA33C489}" type="pres">
      <dgm:prSet presAssocID="{B8631C97-01CD-4D30-97F7-BD1BE10E79E6}" presName="FourNodes_2_text" presStyleLbl="node1" presStyleIdx="3" presStyleCnt="4">
        <dgm:presLayoutVars>
          <dgm:bulletEnabled val="1"/>
        </dgm:presLayoutVars>
      </dgm:prSet>
      <dgm:spPr/>
    </dgm:pt>
    <dgm:pt modelId="{CBE87D9A-2BDA-47EF-992F-DC9F145D42B5}" type="pres">
      <dgm:prSet presAssocID="{B8631C97-01CD-4D30-97F7-BD1BE10E79E6}" presName="FourNodes_3_text" presStyleLbl="node1" presStyleIdx="3" presStyleCnt="4">
        <dgm:presLayoutVars>
          <dgm:bulletEnabled val="1"/>
        </dgm:presLayoutVars>
      </dgm:prSet>
      <dgm:spPr/>
    </dgm:pt>
    <dgm:pt modelId="{74E3B5A2-705F-4BCE-AFC9-427D41BE4A77}" type="pres">
      <dgm:prSet presAssocID="{B8631C97-01CD-4D30-97F7-BD1BE10E79E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F4F5204-06AD-412A-9874-151CAA78CC99}" srcId="{B8631C97-01CD-4D30-97F7-BD1BE10E79E6}" destId="{C39EDEA0-484C-4289-B004-1FD660125D30}" srcOrd="3" destOrd="0" parTransId="{1FBD2D30-C7A6-49D5-BE1A-4A2F93CD0F4D}" sibTransId="{AACF2C14-AEF2-45C7-9B74-B5C490AC0012}"/>
    <dgm:cxn modelId="{1324A010-686E-4EE7-82F3-6DDF5846AB4B}" type="presOf" srcId="{C39EDEA0-484C-4289-B004-1FD660125D30}" destId="{74E3B5A2-705F-4BCE-AFC9-427D41BE4A77}" srcOrd="1" destOrd="0" presId="urn:microsoft.com/office/officeart/2005/8/layout/vProcess5"/>
    <dgm:cxn modelId="{2B52021C-DA39-43D3-973E-A49B80A56FC9}" srcId="{B8631C97-01CD-4D30-97F7-BD1BE10E79E6}" destId="{68D888C9-E5A7-414C-A00D-674227E342DA}" srcOrd="2" destOrd="0" parTransId="{3F343DB9-B3E8-4005-8AF0-C682E560CA6A}" sibTransId="{8660F778-90E9-4097-8E5D-8071461ADC13}"/>
    <dgm:cxn modelId="{B837BC5B-4983-4C13-963F-BB6AFD65C3A2}" type="presOf" srcId="{1C957DC5-FA9E-4B58-820B-11C1214944AF}" destId="{307D7C74-49AC-447E-B7CE-956CDFCCE6D8}" srcOrd="0" destOrd="0" presId="urn:microsoft.com/office/officeart/2005/8/layout/vProcess5"/>
    <dgm:cxn modelId="{9EA83149-374F-4AAC-BD48-5792B5E3D658}" type="presOf" srcId="{B8631C97-01CD-4D30-97F7-BD1BE10E79E6}" destId="{0CE737D6-8C5D-454E-A757-0E6F9C2BB7DC}" srcOrd="0" destOrd="0" presId="urn:microsoft.com/office/officeart/2005/8/layout/vProcess5"/>
    <dgm:cxn modelId="{A701DF6C-5DD4-4DB6-9A03-DA105602CE99}" type="presOf" srcId="{C39EDEA0-484C-4289-B004-1FD660125D30}" destId="{4ABDA9F3-1D57-4C82-A52D-A4EF525782E6}" srcOrd="0" destOrd="0" presId="urn:microsoft.com/office/officeart/2005/8/layout/vProcess5"/>
    <dgm:cxn modelId="{C761BA81-740E-414D-BFDC-3EE5BB619A00}" type="presOf" srcId="{E97433AB-F270-4020-AB69-68F4797B9C6B}" destId="{6BACF8F0-1F79-43E8-AD01-52A9405169EE}" srcOrd="0" destOrd="0" presId="urn:microsoft.com/office/officeart/2005/8/layout/vProcess5"/>
    <dgm:cxn modelId="{71D21A85-2A43-4FB3-9844-5E56493C2461}" type="presOf" srcId="{68D888C9-E5A7-414C-A00D-674227E342DA}" destId="{CBE87D9A-2BDA-47EF-992F-DC9F145D42B5}" srcOrd="1" destOrd="0" presId="urn:microsoft.com/office/officeart/2005/8/layout/vProcess5"/>
    <dgm:cxn modelId="{44B8C385-4C18-4C61-98B4-DEDA5A1E7322}" type="presOf" srcId="{51A4BF9B-59F2-4461-92AD-F4F35EA465FB}" destId="{5D7C05D8-E4C1-4607-A6F4-F0E13DA7CCEB}" srcOrd="0" destOrd="0" presId="urn:microsoft.com/office/officeart/2005/8/layout/vProcess5"/>
    <dgm:cxn modelId="{354E0C95-7CEB-48DF-AEAE-BE93E987CD95}" type="presOf" srcId="{1C957DC5-FA9E-4B58-820B-11C1214944AF}" destId="{CD1E2747-D5FA-4912-9C2F-17BED111335E}" srcOrd="1" destOrd="0" presId="urn:microsoft.com/office/officeart/2005/8/layout/vProcess5"/>
    <dgm:cxn modelId="{E2D815B7-CCCD-45C9-A298-A24F529A89DA}" srcId="{B8631C97-01CD-4D30-97F7-BD1BE10E79E6}" destId="{1C957DC5-FA9E-4B58-820B-11C1214944AF}" srcOrd="0" destOrd="0" parTransId="{18635CFD-1223-4AED-A418-071327FAD175}" sibTransId="{E97433AB-F270-4020-AB69-68F4797B9C6B}"/>
    <dgm:cxn modelId="{42BC61DA-2A78-400C-81DF-FF1BD6A15181}" type="presOf" srcId="{0BABBBEC-AC16-4AB7-B6CF-4651C36AE84F}" destId="{78D55273-85AA-43AE-A4E8-903A12B5D0D7}" srcOrd="0" destOrd="0" presId="urn:microsoft.com/office/officeart/2005/8/layout/vProcess5"/>
    <dgm:cxn modelId="{BDA946DD-EAA9-48A0-B1D6-A1BC20D7876B}" type="presOf" srcId="{68D888C9-E5A7-414C-A00D-674227E342DA}" destId="{C900679B-D6C3-4342-A4A7-8564856506CF}" srcOrd="0" destOrd="0" presId="urn:microsoft.com/office/officeart/2005/8/layout/vProcess5"/>
    <dgm:cxn modelId="{DB41AAE6-C638-4868-8248-15DB99598CE1}" type="presOf" srcId="{8660F778-90E9-4097-8E5D-8071461ADC13}" destId="{0039C04C-7E92-4CB6-BCF2-7450B3750D6D}" srcOrd="0" destOrd="0" presId="urn:microsoft.com/office/officeart/2005/8/layout/vProcess5"/>
    <dgm:cxn modelId="{312081F1-F901-44C2-BAF9-D0BEB5CA8DCE}" srcId="{B8631C97-01CD-4D30-97F7-BD1BE10E79E6}" destId="{51A4BF9B-59F2-4461-92AD-F4F35EA465FB}" srcOrd="1" destOrd="0" parTransId="{53FCEFE1-4CFE-4D46-9C71-932D32B6DDD3}" sibTransId="{0BABBBEC-AC16-4AB7-B6CF-4651C36AE84F}"/>
    <dgm:cxn modelId="{4FAF53FB-ADB2-475C-BC35-9EBD5B51B9C9}" type="presOf" srcId="{51A4BF9B-59F2-4461-92AD-F4F35EA465FB}" destId="{978B3EB0-04A1-4180-B250-F1A3CA33C489}" srcOrd="1" destOrd="0" presId="urn:microsoft.com/office/officeart/2005/8/layout/vProcess5"/>
    <dgm:cxn modelId="{96111916-117F-4DE1-9263-B3D67CA840C8}" type="presParOf" srcId="{0CE737D6-8C5D-454E-A757-0E6F9C2BB7DC}" destId="{4FCCC6BF-9FC5-4BA0-AFC1-8BA8D293336F}" srcOrd="0" destOrd="0" presId="urn:microsoft.com/office/officeart/2005/8/layout/vProcess5"/>
    <dgm:cxn modelId="{6C2FAC67-C7BE-40DF-9D45-6AAF4CD1F3A0}" type="presParOf" srcId="{0CE737D6-8C5D-454E-A757-0E6F9C2BB7DC}" destId="{307D7C74-49AC-447E-B7CE-956CDFCCE6D8}" srcOrd="1" destOrd="0" presId="urn:microsoft.com/office/officeart/2005/8/layout/vProcess5"/>
    <dgm:cxn modelId="{59A5E5CE-055E-45C8-9651-9A7D55476E8F}" type="presParOf" srcId="{0CE737D6-8C5D-454E-A757-0E6F9C2BB7DC}" destId="{5D7C05D8-E4C1-4607-A6F4-F0E13DA7CCEB}" srcOrd="2" destOrd="0" presId="urn:microsoft.com/office/officeart/2005/8/layout/vProcess5"/>
    <dgm:cxn modelId="{02B3B38F-C243-4750-BD18-07C36511630B}" type="presParOf" srcId="{0CE737D6-8C5D-454E-A757-0E6F9C2BB7DC}" destId="{C900679B-D6C3-4342-A4A7-8564856506CF}" srcOrd="3" destOrd="0" presId="urn:microsoft.com/office/officeart/2005/8/layout/vProcess5"/>
    <dgm:cxn modelId="{6DFDC7A8-8C60-4DFB-8CC4-4B9F9AAE4CC1}" type="presParOf" srcId="{0CE737D6-8C5D-454E-A757-0E6F9C2BB7DC}" destId="{4ABDA9F3-1D57-4C82-A52D-A4EF525782E6}" srcOrd="4" destOrd="0" presId="urn:microsoft.com/office/officeart/2005/8/layout/vProcess5"/>
    <dgm:cxn modelId="{126DFD90-C8CB-443B-82DA-3098E941D0CD}" type="presParOf" srcId="{0CE737D6-8C5D-454E-A757-0E6F9C2BB7DC}" destId="{6BACF8F0-1F79-43E8-AD01-52A9405169EE}" srcOrd="5" destOrd="0" presId="urn:microsoft.com/office/officeart/2005/8/layout/vProcess5"/>
    <dgm:cxn modelId="{C81DAA1F-FA47-456F-9B7F-296D6495F762}" type="presParOf" srcId="{0CE737D6-8C5D-454E-A757-0E6F9C2BB7DC}" destId="{78D55273-85AA-43AE-A4E8-903A12B5D0D7}" srcOrd="6" destOrd="0" presId="urn:microsoft.com/office/officeart/2005/8/layout/vProcess5"/>
    <dgm:cxn modelId="{4CBB8537-49E5-48FC-AAA2-1B585081ABE4}" type="presParOf" srcId="{0CE737D6-8C5D-454E-A757-0E6F9C2BB7DC}" destId="{0039C04C-7E92-4CB6-BCF2-7450B3750D6D}" srcOrd="7" destOrd="0" presId="urn:microsoft.com/office/officeart/2005/8/layout/vProcess5"/>
    <dgm:cxn modelId="{3D138A47-D9F4-41E5-AD93-5C8526992446}" type="presParOf" srcId="{0CE737D6-8C5D-454E-A757-0E6F9C2BB7DC}" destId="{CD1E2747-D5FA-4912-9C2F-17BED111335E}" srcOrd="8" destOrd="0" presId="urn:microsoft.com/office/officeart/2005/8/layout/vProcess5"/>
    <dgm:cxn modelId="{F3D94881-ACA1-429D-A39C-DE5CBCC6A967}" type="presParOf" srcId="{0CE737D6-8C5D-454E-A757-0E6F9C2BB7DC}" destId="{978B3EB0-04A1-4180-B250-F1A3CA33C489}" srcOrd="9" destOrd="0" presId="urn:microsoft.com/office/officeart/2005/8/layout/vProcess5"/>
    <dgm:cxn modelId="{8341BC46-CAA2-4277-AE97-60EC78BDD9DB}" type="presParOf" srcId="{0CE737D6-8C5D-454E-A757-0E6F9C2BB7DC}" destId="{CBE87D9A-2BDA-47EF-992F-DC9F145D42B5}" srcOrd="10" destOrd="0" presId="urn:microsoft.com/office/officeart/2005/8/layout/vProcess5"/>
    <dgm:cxn modelId="{C6085D2D-4846-4815-B3BE-277DBB408A48}" type="presParOf" srcId="{0CE737D6-8C5D-454E-A757-0E6F9C2BB7DC}" destId="{74E3B5A2-705F-4BCE-AFC9-427D41BE4A7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D7C74-49AC-447E-B7CE-956CDFCCE6D8}">
      <dsp:nvSpPr>
        <dsp:cNvPr id="0" name=""/>
        <dsp:cNvSpPr/>
      </dsp:nvSpPr>
      <dsp:spPr>
        <a:xfrm>
          <a:off x="0" y="0"/>
          <a:ext cx="4032360" cy="600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Centralized Profiles</a:t>
          </a:r>
        </a:p>
      </dsp:txBody>
      <dsp:txXfrm>
        <a:off x="17589" y="17589"/>
        <a:ext cx="3333590" cy="565357"/>
      </dsp:txXfrm>
    </dsp:sp>
    <dsp:sp modelId="{5D7C05D8-E4C1-4607-A6F4-F0E13DA7CCEB}">
      <dsp:nvSpPr>
        <dsp:cNvPr id="0" name=""/>
        <dsp:cNvSpPr/>
      </dsp:nvSpPr>
      <dsp:spPr>
        <a:xfrm>
          <a:off x="337710" y="709724"/>
          <a:ext cx="4032360" cy="600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Date Tracking</a:t>
          </a:r>
        </a:p>
      </dsp:txBody>
      <dsp:txXfrm>
        <a:off x="355299" y="727313"/>
        <a:ext cx="3269124" cy="565357"/>
      </dsp:txXfrm>
    </dsp:sp>
    <dsp:sp modelId="{C900679B-D6C3-4342-A4A7-8564856506CF}">
      <dsp:nvSpPr>
        <dsp:cNvPr id="0" name=""/>
        <dsp:cNvSpPr/>
      </dsp:nvSpPr>
      <dsp:spPr>
        <a:xfrm>
          <a:off x="670379" y="1419448"/>
          <a:ext cx="4032360" cy="600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Advanced Alerts</a:t>
          </a:r>
        </a:p>
      </dsp:txBody>
      <dsp:txXfrm>
        <a:off x="687968" y="1437037"/>
        <a:ext cx="3274164" cy="565357"/>
      </dsp:txXfrm>
    </dsp:sp>
    <dsp:sp modelId="{4ABDA9F3-1D57-4C82-A52D-A4EF525782E6}">
      <dsp:nvSpPr>
        <dsp:cNvPr id="0" name=""/>
        <dsp:cNvSpPr/>
      </dsp:nvSpPr>
      <dsp:spPr>
        <a:xfrm>
          <a:off x="1008090" y="2129173"/>
          <a:ext cx="4032360" cy="600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Gift Log</a:t>
          </a:r>
        </a:p>
      </dsp:txBody>
      <dsp:txXfrm>
        <a:off x="1025679" y="2146762"/>
        <a:ext cx="3269124" cy="565357"/>
      </dsp:txXfrm>
    </dsp:sp>
    <dsp:sp modelId="{6BACF8F0-1F79-43E8-AD01-52A9405169EE}">
      <dsp:nvSpPr>
        <dsp:cNvPr id="0" name=""/>
        <dsp:cNvSpPr/>
      </dsp:nvSpPr>
      <dsp:spPr>
        <a:xfrm>
          <a:off x="3642012" y="459955"/>
          <a:ext cx="390348" cy="3903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729840" y="459955"/>
        <a:ext cx="214692" cy="293737"/>
      </dsp:txXfrm>
    </dsp:sp>
    <dsp:sp modelId="{78D55273-85AA-43AE-A4E8-903A12B5D0D7}">
      <dsp:nvSpPr>
        <dsp:cNvPr id="0" name=""/>
        <dsp:cNvSpPr/>
      </dsp:nvSpPr>
      <dsp:spPr>
        <a:xfrm>
          <a:off x="3979722" y="1169680"/>
          <a:ext cx="390348" cy="3903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67550" y="1169680"/>
        <a:ext cx="214692" cy="293737"/>
      </dsp:txXfrm>
    </dsp:sp>
    <dsp:sp modelId="{0039C04C-7E92-4CB6-BCF2-7450B3750D6D}">
      <dsp:nvSpPr>
        <dsp:cNvPr id="0" name=""/>
        <dsp:cNvSpPr/>
      </dsp:nvSpPr>
      <dsp:spPr>
        <a:xfrm>
          <a:off x="4312392" y="1879404"/>
          <a:ext cx="390348" cy="3903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400220" y="1879404"/>
        <a:ext cx="214692" cy="293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DA38-FF9F-2A67-4F1B-501730724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A1ED4-3988-EF48-D8AF-7D71924B9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15582-A2A5-56EB-BBB7-E5FDF100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67F2-20A7-9F2E-AA0E-96BDB814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3702D-938D-0BF1-966D-CB9E5AB3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1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FD71-B4D5-4238-5F05-3C8ED8DD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85EA3-C4E0-1B78-35E6-07186C8F2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7540C-1734-D92D-D11F-2B346DD2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880EC-C3D7-6A5E-8815-9882B91F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892C-7164-CF26-534A-CD2ABDAD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4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75DB-4132-4D16-29D3-1970F607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7E80D-636C-B25D-6552-A5517C10A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8CD6-FAD1-0EA0-C316-9D9CA3B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85DF-4D80-1A57-B9A3-E43A8FE9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B90D2-25A0-6B19-9E80-3F408A75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AF4F-BEC0-4BB5-3337-B48210CB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16F47-3249-1F17-7EE2-0B5FE6277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ABD96-7FBF-1255-07CD-52955D6A2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F1A67-19FB-2466-D6B6-9B49254D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44F1A-8C55-B364-9BEF-E51CCA79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F91BF-59ED-C48E-C596-5F1FA391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92B-2E3A-7E00-3165-43789405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1D5FF-BB9F-FD3C-C8EC-D5B393526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57D39-16BE-484E-40B2-9D1918FC3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D7570-8490-ED46-4D66-EA93DC5ED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7D824-42C4-6723-22C8-4C7EF21B1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B4F8D-9394-5222-6AEF-D2C60E28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3163F-9CCD-359C-8885-553252C6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68E97-B983-803C-AE74-AC2A6B95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EC2A-84F7-6CB2-C801-1BB27FD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D9D2B-05E4-3B33-2D6F-256B2E0B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6F381-7D4E-0CA1-D9C2-DCD59BED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2484F-CD38-2C58-D9FA-D3982419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8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10A22-EC0B-6CFD-0673-042170EB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A7C12-96A0-7280-71AE-F25B3F4D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A0240-94D2-AEF9-C1E4-E7A6B519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15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2579-03FF-4E34-4E8F-0A292BBA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CA81-793E-7D41-654A-883425662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66DA3-D6CC-70DD-2D01-34594DC28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9A969-71AA-51BA-0510-8875259E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80545-EC7E-D73E-19E7-DFABDA48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31EA1-9FC1-1731-3596-D67DA6A4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8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3F1A-6ACD-DBC8-8AA5-BDF8DB5B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76A23-3DBB-2C25-5C02-D4A8FF17F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A77CA-A498-134E-422B-3F9250122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B7D06-5601-0339-F5E1-C3718C6C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4BC5A-A04D-75B4-EF3A-A21E6CBD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4F2A9-8EB3-5C6A-6CE3-5BEC1ED5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3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E6B5-7E75-6D1A-68D3-C46024E1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43406-9BEA-FB9A-1092-2B15752FE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9AD04-B38D-4959-F75B-C23FE770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A201D-8148-05F4-2206-87635D90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A8AD4-974C-8DF2-9704-E93C6EFA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3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6F8DE-085D-B0AD-58DB-66C74B53CF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B84BC-20AD-B311-1A28-ECE6A9BFD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76ADF-A6B1-66B4-3D91-3913C525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A0477-F52E-2DAA-2183-D0BE48E0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4DB2-442F-3B52-EFAB-65C64B0B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6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4CA42-0BCE-C098-8276-F2F73DC8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2B01-1306-7904-9703-77E0CC83A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D2171-2BB9-B7FE-E467-2EE39D8A6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32E30-9863-4FCB-B5A9-4EAECF346B3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5639-523B-7276-A74A-5C0499663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25CFD-5C48-E5B7-B29E-06D15CDFA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AA111-BC8D-4AF6-B9A9-EFBE81A52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hyperlink" Target="https://github.com/ksu-is/Date-Tracker-Gift-and-Date-Tracking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20631-237D-EFE6-12B3-8CFC3C63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78858"/>
            <a:ext cx="5791200" cy="1325563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Date and Gift Tracking System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3160A-254A-6E1E-BC87-8F43ECD6E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413" y="525106"/>
            <a:ext cx="3588640" cy="208285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B9D930-A6CD-D180-9AAD-8AB13468A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4" r="5138"/>
          <a:stretch>
            <a:fillRect/>
          </a:stretch>
        </p:blipFill>
        <p:spPr>
          <a:xfrm>
            <a:off x="8009408" y="4057054"/>
            <a:ext cx="3585752" cy="22758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AB6B15-3F40-AF5F-1AC2-582BB80A5B65}"/>
              </a:ext>
            </a:extLst>
          </p:cNvPr>
          <p:cNvSpPr txBox="1"/>
          <p:nvPr/>
        </p:nvSpPr>
        <p:spPr>
          <a:xfrm>
            <a:off x="304800" y="1525763"/>
            <a:ext cx="287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Team Member: Kayla Smith</a:t>
            </a:r>
          </a:p>
        </p:txBody>
      </p:sp>
      <p:graphicFrame>
        <p:nvGraphicFramePr>
          <p:cNvPr id="22" name="Content Placeholder 14">
            <a:extLst>
              <a:ext uri="{FF2B5EF4-FFF2-40B4-BE49-F238E27FC236}">
                <a16:creationId xmlns:a16="http://schemas.microsoft.com/office/drawing/2014/main" id="{8468B6FC-2004-D69B-929D-75FC84020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68109"/>
              </p:ext>
            </p:extLst>
          </p:nvPr>
        </p:nvGraphicFramePr>
        <p:xfrm>
          <a:off x="666081" y="3565531"/>
          <a:ext cx="5040451" cy="2729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93DE45F-AEDB-F10C-C740-B00ED1D46D5C}"/>
              </a:ext>
            </a:extLst>
          </p:cNvPr>
          <p:cNvSpPr txBox="1"/>
          <p:nvPr/>
        </p:nvSpPr>
        <p:spPr>
          <a:xfrm>
            <a:off x="369495" y="2243630"/>
            <a:ext cx="5791200" cy="86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</a:rPr>
              <a:t>Replacing the last-minute rush with organized thoughtfulness.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81ED5E-014A-DDBB-9C1F-2997EF4F8D13}"/>
              </a:ext>
            </a:extLst>
          </p:cNvPr>
          <p:cNvSpPr/>
          <p:nvPr/>
        </p:nvSpPr>
        <p:spPr>
          <a:xfrm>
            <a:off x="6643880" y="1642535"/>
            <a:ext cx="3585752" cy="87206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A017B-4F07-95EA-1CC6-5C39AAFD1A77}"/>
              </a:ext>
            </a:extLst>
          </p:cNvPr>
          <p:cNvSpPr/>
          <p:nvPr/>
        </p:nvSpPr>
        <p:spPr>
          <a:xfrm>
            <a:off x="7992473" y="4014718"/>
            <a:ext cx="3585752" cy="70960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E8463E-EFE4-1F74-FF18-C5B461305001}"/>
              </a:ext>
            </a:extLst>
          </p:cNvPr>
          <p:cNvSpPr txBox="1"/>
          <p:nvPr/>
        </p:nvSpPr>
        <p:spPr>
          <a:xfrm>
            <a:off x="196850" y="6309810"/>
            <a:ext cx="1157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/>
              </a:rPr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54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080808"/>
      </a:dk1>
      <a:lt1>
        <a:sysClr val="window" lastClr="FFFFFF"/>
      </a:lt1>
      <a:dk2>
        <a:srgbClr val="0E2841"/>
      </a:dk2>
      <a:lt2>
        <a:srgbClr val="E8E8E8"/>
      </a:lt2>
      <a:accent1>
        <a:srgbClr val="BF4F1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Date and Gift Tracking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Smith</dc:creator>
  <cp:lastModifiedBy>Kayla Smith</cp:lastModifiedBy>
  <cp:revision>1</cp:revision>
  <dcterms:created xsi:type="dcterms:W3CDTF">2026-05-01T02:50:07Z</dcterms:created>
  <dcterms:modified xsi:type="dcterms:W3CDTF">2026-05-01T04:02:37Z</dcterms:modified>
</cp:coreProperties>
</file>